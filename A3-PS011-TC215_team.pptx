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3c83607-319b-898c-0958-59dad829864f}">
          <p14:sldIdLst>
            <p14:sldId id="256"/>
          </p14:sldIdLst>
        </p14:section>
        <p14:section name="Problem &amp; Background" id="{436d0b8b-53d6-de05-b145-0cc3a2b83f1e}">
          <p14:sldIdLst>
            <p14:sldId id="257"/>
            <p14:sldId id="258"/>
          </p14:sldIdLst>
        </p14:section>
        <p14:section name="Solution" id="{94abbf63-0733-75fe-2707-478235dc4ee4}">
          <p14:sldIdLst>
            <p14:sldId id="259"/>
            <p14:sldId id="260"/>
            <p14:sldId id="261"/>
          </p14:sldIdLst>
        </p14:section>
        <p14:section name="Design" id="{14e3bf1f-c697-3f38-467b-702a49a34c88}">
          <p14:sldIdLst>
            <p14:sldId id="262"/>
            <p14:sldId id="263"/>
          </p14:sldIdLst>
        </p14:section>
        <p14:section name="Delivery" id="{a5f1cf1d-4ac9-d119-46f0-a04fcd6a6d49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AIORI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S. A. Begum  •  A3-PS011-TC215  •  October 8,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A3-PS011-TC215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Authorised Attack-Surface Inventory and Change Monitor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SK Aneesa Begum</a:t>
            </a:r>
            <a:endParaRPr lang="en-US" sz="1500" dirty="0"/>
          </a:p>
          <a:p>
            <a:pPr indent="0" marL="0">
              <a:buNone/>
            </a:pPr>
            <a:r>
              <a:rPr lang="en-US" sz="1100" b="0" dirty="0">
                <a:solidFill>
                  <a:schemeClr val="tx1"/>
                </a:solidFill>
              </a:rPr>
              <a:t>Shaikaneesabegum64@gmail.com</a:t>
            </a:r>
            <a:endParaRPr lang="en-US" sz="1500" dirty="0"/>
          </a:p>
        </p:txBody>
      </p:sp>
      <p:sp>
        <p:nvSpPr>
          <p:cNvPr id="7" name="Text 2.1"/>
          <p:cNvSpPr txBox="1"/>
          <p:nvPr/>
        </p:nvSpPr>
        <p:spPr>
          <a:xfrm>
            <a:off x="3200400" y="3200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Namburi Naga Venkata Likhitha Sri</a:t>
            </a:r>
            <a:endParaRPr lang="en-US" sz="1500" dirty="0"/>
          </a:p>
          <a:p>
            <a:pPr indent="0" marL="0">
              <a:buNone/>
            </a:pPr>
            <a:r>
              <a:rPr lang="en-US" sz="1100" b="0" dirty="0">
                <a:solidFill>
                  <a:schemeClr val="tx1"/>
                </a:solidFill>
              </a:rPr>
              <a:t>likhithasrinamburi25@gmail.com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AIORI Hackathon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October 8, 2026</a:t>
            </a:r>
            <a:endParaRPr lang="en-US" sz="1200" dirty="0"/>
          </a:p>
        </p:txBody>
      </p:sp>
      <p:sp>
        <p:nvSpPr>
          <p:cNvPr id="8" name="Text 2.2"/>
          <p:cNvSpPr txBox="1"/>
          <p:nvPr/>
        </p:nvSpPr>
        <p:spPr>
          <a:xfrm>
            <a:off x="5943600" y="3200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 Sireesha</a:t>
            </a:r>
            <a:endParaRPr lang="en-US" sz="1500" dirty="0"/>
          </a:p>
          <a:p>
            <a:pPr indent="0" marL="0">
              <a:buNone/>
            </a:pPr>
            <a:r>
              <a:rPr lang="en-US" sz="1100" b="0" dirty="0">
                <a:solidFill>
                  <a:schemeClr val="tx1"/>
                </a:solidFill>
              </a:rPr>
              <a:t>karumurisireesha1@gmail.com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Problem Description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PS-011: Authorised Attack-Surface Inventory and Change Monitor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Organisations cannot protect what they do not know exist: hosts, open ports, services and domains drift out of any manually kept inventory.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New, modified or forgotten (shadow) assets appear without review and silently enlarge the attack surface.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Scanning must stay inside an explicitly authorised scope; out-of-scope probing is legally and ethically unacceptable.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Spreadsheet-based inventories go stale and give no trustworthy baseline to compare against.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Small teams need clear, low-noise alerts on what changed, not raw scan dumps.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Goal: a lab prototype that keeps an authorised asset inventory, discovers what is actually exposed, and flags every change against an approved baseline.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Background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continuous, scope-controlled attack-surface visibility matters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Attack surface = every internet- or network-reachable asset, service and entry point an adversary could target.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Asset inventory is the first control in common security frameworks; without it, patching, monitoring and incident response all have blind spots [1][3].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Continuous monitoring means comparing observed state with an approved baseline and reporting deviations [1][2].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Typical changes to catch: new host, new open port or service, changed service version, asset gone offline.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Authorisation matters: only assets the administrator has declared in scope are discovered, stored and reported.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Literature &amp; RFC Review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Most relevant standards and studies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Relevance to PS-011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NIST SP 800-137 (ISCM) [1]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Continuous monitoring cycle: define, establish, implement, analyse, respond, review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NIST SP 800-128 [2]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Security-focused configuration management and baseline control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CIS Controls v8, Controls 1 and 2 [3]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Inventory and control of enterprise assets and software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ZMap, USENIX Security 2013 [4]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Fast, scope-limited network scanning; informs discovery design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RFC 8520 (MUD) [5]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Describing expected device behaviour; supports baseline definition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RFC 5424 (Syslog) [6]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Standard format for alert and audit log records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Six cooperating components built around an approved baseline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Asset Inventory &amp; Baseline Manager: the administrator declares authorised assets and scope; approved baseline is stored in the inventory database (D1).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Discovery Engine: scans only in-scope targets and records IP, MAC, services and ports in a temporary store (D2).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Change Detection Engine: compares observed assets with the baseline and classifies new, modified or removed.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Alert &amp; Log Manager: raises alerts and writes an audit trail for every change.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Inventory update: unchanged, in-scope results refresh the inventory.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/ Reports: view inventory, alerts and change history; export reports.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Optimization Proposed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Before and after comparison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Before (manual process)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After (proposed monitor)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Asset inventory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Static spreadsheet, quickly outdated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Authoritative, continuously refreshed database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Scope control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Ad hoc, risk of out-of-scope scans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Scans restricted to administrator-declared scope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Change visibility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Found late or by accident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Every new, modified or removed asset flagged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Alerting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Raw scan output, high noise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Baseline-compared, categorised alerts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Evidence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Scattered notes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Audit log and change history, exportable reports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Solution Architecture &amp; Design</a:t>
            </a:r>
            <a:endParaRPr lang="en-US" sz="2800" dirty="0"/>
          </a:p>
        </p:txBody>
      </p:sp>
      <p:pic>
        <p:nvPicPr>
          <p:cNvPr id="3" name="Architecture diagram" descr="System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33756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5720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Figure: System Architecture Diagram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118872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Layered design: UI, business logic, processing, detection and support layers.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Web / GUI dashboard is the single administrator touchpoint.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Discovery targets only the authorised external network.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Alerts go out by email, system alert and admin message.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database holds assets, baseline and logs.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Data Flow Diagram</a:t>
            </a:r>
            <a:endParaRPr lang="en-US" sz="2800" dirty="0"/>
          </a:p>
        </p:txBody>
      </p:sp>
      <p:pic>
        <p:nvPicPr>
          <p:cNvPr id="3" name="Data flow diagram" descr="Data flow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401568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57200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Figure: Data Flow Diagram (DFD)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118872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Administrator supplies authorised assets and scope (process 1).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Approved baseline is held in D1; observations in temporary store D2.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Process 3 compares observed assets with the baseline.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Changes go to Alert &amp; Log Manager (4); no-change results update inventory (5).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(6) returns reports and alerts to the administrator.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Deployment Timeline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Phased, iterative methodology in a controlled lab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023360"/>
                <a:gridCol w="3108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Week 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Requirements, authorised scope definition, lab setup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Approved scope file and test assets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Week 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Inventory and baseline manager, database (D1, D2)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Baseline created and stored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Week 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Discovery engine with scope enforcement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Observed assets collected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Week 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Change detection, alert and audit logging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New / modified / removed flagged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Week 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Dashboard, reports, end-to-end testing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Working prototype and demo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Bibliography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[1] Dempsey, K. et al. Information Security Continuous Monitoring (ISCM) for Federal Information Systems and Organizations. NIST SP 800-137, 2011.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[2] Johnson, A. et al. Guide for Security-Focused Configuration Management of Information Systems. NIST SP 800-128, 2011.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[3] Center for Internet Security. CIS Critical Security Controls, Version 8, 2021.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[4] Durumeric, Z., Wustrow, E., Halderman, J. A. ZMap: Fast Internet-wide Scanning and Its Security Applications. USENIX Security, 2013.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[5] Lear, E., Droms, R., Romascanu, D. Manufacturer Usage Description Specification. RFC 8520, 2019.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[6] Gerhards, R. The Syslog Protocol. RFC 5424, 2009.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Thank You for Your Attention!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0060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RI3">
  <a:themeElements>
    <a:clrScheme name="AIORI3">
      <a:dk1>
        <a:srgbClr val="1A1A1A"/>
      </a:dk1>
      <a:lt1>
        <a:srgbClr val="FFFFFF"/>
      </a:lt1>
      <a:dk2>
        <a:srgbClr val="0B2A6F"/>
      </a:dk2>
      <a:lt2>
        <a:srgbClr val="EEF2FA"/>
      </a:lt2>
      <a:accent1>
        <a:srgbClr val="1F3FBF"/>
      </a:accent1>
      <a:accent2>
        <a:srgbClr val="0E8F6B"/>
      </a:accent2>
      <a:accent3>
        <a:srgbClr val="D9822B"/>
      </a:accent3>
      <a:accent4>
        <a:srgbClr val="C0392B"/>
      </a:accent4>
      <a:accent5>
        <a:srgbClr val="6B4FBB"/>
      </a:accent5>
      <a:accent6>
        <a:srgbClr val="5B6B8C"/>
      </a:accent6>
      <a:hlink>
        <a:srgbClr val="1F3FBF"/>
      </a:hlink>
      <a:folHlink>
        <a:srgbClr val="6B4FBB"/>
      </a:folHlink>
    </a:clrScheme>
    <a:fontScheme name="AIORI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A3-PS011-TC215</dc:title>
  <dc:subject>PptxGenJS Presentation</dc:subject>
  <dc:creator>SK Aneesa Begum</dc:creator>
  <cp:lastModifiedBy>SK Aneesa Begum</cp:lastModifiedBy>
  <cp:revision>1</cp:revision>
  <dcterms:created xsi:type="dcterms:W3CDTF">2026-10-08T06:19:15Z</dcterms:created>
  <dcterms:modified xsi:type="dcterms:W3CDTF">2026-10-08T06:19:15Z</dcterms:modified>
</cp:coreProperties>
</file>